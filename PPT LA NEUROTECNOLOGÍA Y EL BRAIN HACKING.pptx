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8E290F-DBC4-4E40-972E-216F1AB1E8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21DC0CB-FDBB-4EB5-AC9D-B691601B7D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98C58B3-9261-43C5-957A-4B640511F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49A6E-9C1B-466C-A0CC-874CABBAD38C}" type="datetimeFigureOut">
              <a:rPr lang="es-PE" smtClean="0"/>
              <a:t>9/07/2026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BC21AE-AF7F-41AB-A69B-5B917AE83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905BAE-4D33-4D1E-8AD8-3E3B823F9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EEBA-3CC5-4923-8097-515983F55F1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99582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2E202-0BAC-480B-AA1A-65019E6E7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D6BA01-C606-4382-BB61-2A4652CBCB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ADDD121-5755-41D6-B548-DD0DD17F5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49A6E-9C1B-466C-A0CC-874CABBAD38C}" type="datetimeFigureOut">
              <a:rPr lang="es-PE" smtClean="0"/>
              <a:t>9/07/2026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86E0CD5-AC4A-40B3-9E29-F6E281D2D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53BD54-DFE7-4581-B2DC-7CB96B4F9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EEBA-3CC5-4923-8097-515983F55F1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76585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E04EF3-B6C8-4A5A-8CD3-5284749FA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45E662-A559-4E05-BBA4-254EA732C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090A50-8EAE-4BB6-BEFC-3D69E7CD0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49A6E-9C1B-466C-A0CC-874CABBAD38C}" type="datetimeFigureOut">
              <a:rPr lang="es-PE" smtClean="0"/>
              <a:t>9/07/2026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505243-FBDA-45DF-AA6E-AA08BCB37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E10327-B5B6-4B1A-BFAB-6B479631E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EEBA-3CC5-4923-8097-515983F55F1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74751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B7E822-93A3-4727-90B4-83F04722C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788BDF-159C-4DFB-9BC6-967C74A8BA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16ABC40-B621-40ED-88B9-D10CF8D61B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3DA581A-6724-40AB-8801-426C80D34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49A6E-9C1B-466C-A0CC-874CABBAD38C}" type="datetimeFigureOut">
              <a:rPr lang="es-PE" smtClean="0"/>
              <a:t>9/07/2026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45396E-C138-4956-AAB1-7D779DE0F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93296ED-AAB1-436F-912A-77C292B4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EEBA-3CC5-4923-8097-515983F55F1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49573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383FFA-1991-4A8B-BFBB-5B94CFE37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D2240EA-7C7D-4C2B-9F39-9E3109E6F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9C35901-FBD2-40F4-A0AD-C624DFC4D0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A00C599-2905-4C40-A718-38A8006AC2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B9B90D3-D048-4775-8F53-6DABEE20A1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CA58DAA-B11C-4646-8FFD-981FE2F00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49A6E-9C1B-466C-A0CC-874CABBAD38C}" type="datetimeFigureOut">
              <a:rPr lang="es-PE" smtClean="0"/>
              <a:t>9/07/2026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1EFD0AF-8C83-4AAF-83B2-B91342078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4DEBA29-5097-4838-A54B-E67A951C3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EEBA-3CC5-4923-8097-515983F55F1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91167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169E87-8DBC-4A5E-9B31-6DA10D1CF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4E08883-2689-423C-81F8-EC7C88B2A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49A6E-9C1B-466C-A0CC-874CABBAD38C}" type="datetimeFigureOut">
              <a:rPr lang="es-PE" smtClean="0"/>
              <a:t>9/07/2026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81AF1A1-C671-4E6E-B695-85E35C192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BBC959C-3EA9-426A-BF6A-A4BAAD738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EEBA-3CC5-4923-8097-515983F55F1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35205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3D46663-510E-433D-92BE-81A4A2721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49A6E-9C1B-466C-A0CC-874CABBAD38C}" type="datetimeFigureOut">
              <a:rPr lang="es-PE" smtClean="0"/>
              <a:t>9/07/2026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C87C24F-F2BB-4187-8F91-066970E33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B6E97E-A82F-4558-ABCD-8F41FBC7F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EEBA-3CC5-4923-8097-515983F55F1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31166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0347D2-A63A-44FB-8221-2578D0606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5F83C0-7E73-4689-8926-C38822CF0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A9C5C58-DE2F-41D6-BE18-209C70FF13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537AE41-D860-463C-854F-22D27269D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49A6E-9C1B-466C-A0CC-874CABBAD38C}" type="datetimeFigureOut">
              <a:rPr lang="es-PE" smtClean="0"/>
              <a:t>9/07/2026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31A900E-5F5A-4D64-9D56-CB96F48FD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E0C0EA9-763C-4ED1-9D2F-8409FAFC2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EEBA-3CC5-4923-8097-515983F55F1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80242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E8825C-CF84-4059-9E67-95C8336F4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B2BE59D-E056-4E0E-885A-CF6F9B69F8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7E0B0D2-C526-481D-9101-B174A29FF7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3AAA72-D9DA-4772-883B-83E3EC57F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49A6E-9C1B-466C-A0CC-874CABBAD38C}" type="datetimeFigureOut">
              <a:rPr lang="es-PE" smtClean="0"/>
              <a:t>9/07/2026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106996-DC6D-4876-9923-28B61A0B0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0357416-0FF1-4113-BE73-915F5540D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EEBA-3CC5-4923-8097-515983F55F1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37123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CAE67C-E23C-4F80-9CE0-E6C0034B6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0A0424E-310A-46BA-B25F-B5570DF8E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B616EA-1DA2-4424-9A5D-28797FBDD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49A6E-9C1B-466C-A0CC-874CABBAD38C}" type="datetimeFigureOut">
              <a:rPr lang="es-PE" smtClean="0"/>
              <a:t>9/07/2026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4E5FCC-F939-4AA7-9D75-631A51217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7BB743-6E6A-4FF8-9A14-48E1B6667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EEBA-3CC5-4923-8097-515983F55F1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73426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9BC0BC6-3932-4B60-AD9C-6C9FEE020A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CC2AB0E-4FA9-4FA8-85C7-7612880CCE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580DA0-23E9-4DC4-AC6E-3A8B278CF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49A6E-9C1B-466C-A0CC-874CABBAD38C}" type="datetimeFigureOut">
              <a:rPr lang="es-PE" smtClean="0"/>
              <a:t>9/07/2026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99A9B3-7C85-43DB-8BFA-0FE9EAD0D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A65B32-B040-4A2E-894B-C586712B3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EEBA-3CC5-4923-8097-515983F55F1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70528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65F4959-D3B3-4DA3-B720-BCD811AC6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3A6DDEC-67B7-4644-9827-95D0288D7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A43738-4E3E-43DC-BA4B-C44AA29B1D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049A6E-9C1B-466C-A0CC-874CABBAD38C}" type="datetimeFigureOut">
              <a:rPr lang="es-PE" smtClean="0"/>
              <a:t>9/07/2026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1BED2D-671F-4432-A5CA-9293BCFEF8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D21C86-6880-4631-81C1-E21F9ED454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0FEEBA-3CC5-4923-8097-515983F55F1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66495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5F569F2A-A776-47F3-B28A-2651B4DA4A5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 NACIONAL MAYOR DE SAN MARCOS</a:t>
            </a:r>
          </a:p>
          <a:p>
            <a:pPr algn="ctr"/>
            <a:endParaRPr lang="es-E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FACULTAD DE CIENCIAS MATEMÁTICAS</a:t>
            </a:r>
          </a:p>
          <a:p>
            <a:pPr algn="ctr"/>
            <a:endParaRPr lang="es-E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ASIGNATURA: ALGORITMIA Y FUNDAMENTOS DE PROGRAMACIÓN</a:t>
            </a:r>
          </a:p>
          <a:p>
            <a:pPr algn="ctr"/>
            <a:endParaRPr lang="es-E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TEMA: TECNOLOGÍAS EMERGENTES (LA NEUROTECNOLOGÍA EN EL AUMENTO COGNITIVO Y EL POTENCIAL DEL  “BRAIN HACKING”)</a:t>
            </a:r>
          </a:p>
          <a:p>
            <a:pPr algn="ctr"/>
            <a:endParaRPr lang="es-E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DOCENTE: LIC. OSCAR BENITO PACHECO</a:t>
            </a:r>
          </a:p>
          <a:p>
            <a:pPr algn="ctr"/>
            <a:endParaRPr lang="es-E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ALUMNO: YVÁN E. OCAÑA LOAYZA</a:t>
            </a:r>
          </a:p>
          <a:p>
            <a:pPr algn="ctr"/>
            <a:endParaRPr lang="es-E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</a:t>
            </a:r>
            <a:endParaRPr lang="es-PE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183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AB689C1-5CCB-4947-87E7-BBEF7DA783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05"/>
          <a:stretch/>
        </p:blipFill>
        <p:spPr>
          <a:xfrm>
            <a:off x="0" y="1"/>
            <a:ext cx="122026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604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68C6B7D-09C8-4E51-98B6-55FC4B3C5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852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2B49A82-31AA-4C47-85E6-7C6755044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7" y="-188843"/>
            <a:ext cx="12167053" cy="704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812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EB08C22-770D-4D4B-8690-400A116C0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122419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0100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51</Words>
  <Application>Microsoft Office PowerPoint</Application>
  <PresentationFormat>Panorámica</PresentationFormat>
  <Paragraphs>14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Usuario</cp:lastModifiedBy>
  <cp:revision>4</cp:revision>
  <dcterms:created xsi:type="dcterms:W3CDTF">2026-07-09T06:07:23Z</dcterms:created>
  <dcterms:modified xsi:type="dcterms:W3CDTF">2026-07-09T06:34:55Z</dcterms:modified>
</cp:coreProperties>
</file>